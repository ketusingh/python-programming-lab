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type="screen4x3" cy="6858000" cx="12191999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pic>
        <p:nvPicPr>
          <p:cNvPr id="2097152" name="Picture 1" descr="slide-01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pic>
        <p:nvPicPr>
          <p:cNvPr id="2097153" name="Picture 1" descr="slide-02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pic>
        <p:nvPicPr>
          <p:cNvPr id="2097154" name="Picture 1" descr="slide-03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pic>
        <p:nvPicPr>
          <p:cNvPr id="2097155" name="Picture 1" descr="slide-04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pic>
        <p:nvPicPr>
          <p:cNvPr id="2097156" name="Picture 1" descr="slide-05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pic>
        <p:nvPicPr>
          <p:cNvPr id="2097157" name="Picture 1" descr="slide-06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pic>
        <p:nvPicPr>
          <p:cNvPr id="2097158" name="Picture 1" descr="slide-07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pic>
        <p:nvPicPr>
          <p:cNvPr id="2097159" name="Picture 1" descr="slide-08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pic>
        <p:nvPicPr>
          <p:cNvPr id="2097160" name="Picture 1" descr="slide-09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pic>
        <p:nvPicPr>
          <p:cNvPr id="2097161" name="Picture 1" descr="slide-10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pic>
        <p:nvPicPr>
          <p:cNvPr id="2097162" name="Picture 1" descr="slide-11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pic>
        <p:nvPicPr>
          <p:cNvPr id="2097163" name="Picture 1" descr="slide-12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V2355</dc:creator>
  <cp:lastModifiedBy>Steve Canny</cp:lastModifiedBy>
  <dcterms:created xsi:type="dcterms:W3CDTF">2013-01-26T22:14:16Z</dcterms:created>
  <dcterms:modified xsi:type="dcterms:W3CDTF">2026-08-20T10:32:16Z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8f0068ce4cde4faeab412187f5728f9b_23</vt:lpwstr>
  </property>
</Properties>
</file>